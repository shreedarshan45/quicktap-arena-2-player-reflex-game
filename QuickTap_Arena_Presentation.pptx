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QuickTap Arena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Multiplayer Reflex Battle Game</a:t>
            </a:r>
          </a:p>
          <a:p>
            <a:r>
              <a:t>Web + Mobile Compatible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QuickTap Arena is a two-player reaction-based game.</a:t>
            </a:r>
          </a:p>
          <a:p>
            <a:r>
              <a:t>Players compete using taps or keys to test reflex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 the first to tap or press after the signal turns green.</a:t>
            </a:r>
          </a:p>
          <a:p>
            <a:r>
              <a:t>The fastest and most accurate player wins.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Gameplay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Players: 2 (Same device)</a:t>
            </a:r>
          </a:p>
          <a:p>
            <a:r>
              <a:t>- Input: Keyboard or Mobile tap zones</a:t>
            </a:r>
          </a:p>
          <a:p>
            <a:r>
              <a:t>- Game Modes: First to 3, 5, or 10 points</a:t>
            </a:r>
          </a:p>
          <a:p>
            <a:r>
              <a:t>- Light System: WAIT → READY → GO</a:t>
            </a:r>
          </a:p>
          <a:p>
            <a:r>
              <a:t>- Scoring: Early tap penalty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&amp; Visual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Responsive for Web &amp; Mobile</a:t>
            </a:r>
          </a:p>
          <a:p>
            <a:r>
              <a:t>- Neon/Dark Theme toggle</a:t>
            </a:r>
          </a:p>
          <a:p>
            <a:r>
              <a:t>- Animated lights and bouncing score</a:t>
            </a:r>
          </a:p>
          <a:p>
            <a:r>
              <a:t>- Emoji identity display</a:t>
            </a:r>
          </a:p>
          <a:p>
            <a:r>
              <a:t>- Interactive overlays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HTML, CSS, JavaScript</a:t>
            </a:r>
          </a:p>
          <a:p>
            <a:r>
              <a:t>- DOM Manipulation, Timers</a:t>
            </a:r>
          </a:p>
          <a:p>
            <a:r>
              <a:t>- CSS Animations, Web Audio API</a:t>
            </a:r>
          </a:p>
          <a:p>
            <a:r>
              <a:t>- LocalStorage for leaderboard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Multiplayer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Desktop: A (Player 1) • L (Player 2)</a:t>
            </a:r>
          </a:p>
          <a:p>
            <a:r>
              <a:t>Mobile: Left &amp; Right Tap Zones</a:t>
            </a:r>
          </a:p>
          <a:p>
            <a:r>
              <a:t>Touch-enabled and keyboard compatible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Fastest reaction tracking</a:t>
            </a:r>
          </a:p>
          <a:p>
            <a:r>
              <a:t>- Auto leaderboard</a:t>
            </a:r>
          </a:p>
          <a:p>
            <a:r>
              <a:t>- Penalty for early tap</a:t>
            </a:r>
          </a:p>
          <a:p>
            <a:r>
              <a:t>- Emoji player names</a:t>
            </a:r>
          </a:p>
          <a:p>
            <a:r>
              <a:t>- Smooth UI animations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QuickTap Arena demonstrates real-time event handling,</a:t>
            </a:r>
          </a:p>
          <a:p>
            <a:r>
              <a:t>UI design, data storage, and mobile-web interaction.</a:t>
            </a:r>
          </a:p>
          <a:p>
            <a:r>
              <a:t>A strong project for portfolio or academic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